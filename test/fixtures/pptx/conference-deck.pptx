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talk of the session. Single cassette, no glycan penalty reported, and it beat BCL-2 head to head. Worth trying in our DG44 line next quarter.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of these close doors rather than open them. The lectin one saves us a screening campaign.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Follow-up to the August negative result. Ask the speaker for the preprint.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Reiterating the TPT1 result as the one to act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Cell Culture Symposium 2026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Session highlights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TPT1 overexpression extends culture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Han et al. (2026), Metabolic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doi:10.1016/j.ymben.2026.102543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Two negative results worth knowing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Lectin profiling fails for galactosylation —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10.1002/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bit.70359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See also https://doi.org/10.1016/j.jbiotec.2026.08.008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Raman transfer, revisited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Variable-specific preprocessing enables cross-scale transferable Raman models from high-throughput bioreactor data (2026)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Top pick: doi:10.1016/j.ymben.2026.102543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 Culture Symposium 2026 — highlights</dc:title>
  <dc:subject>PptxGenJS Presentation</dc:subject>
  <dc:creator>PptxGenJS</dc:creator>
  <cp:lastModifiedBy>PptxGenJS</cp:lastModifiedBy>
  <cp:revision>1</cp:revision>
  <dcterms:created xsi:type="dcterms:W3CDTF">2026-09-13T19:29:34Z</dcterms:created>
  <dcterms:modified xsi:type="dcterms:W3CDTF">2026-09-13T19:29:34Z</dcterms:modified>
</cp:coreProperties>
</file>